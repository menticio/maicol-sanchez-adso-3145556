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Seguridad de la Información y Gobierno de TI</a:t>
            </a:r>
          </a:p>
          <a:p>
            <a:r>
              <a:t>ISO/IEC 27001 y COBIT 5</a:t>
            </a:r>
          </a:p>
          <a:p>
            <a:r>
              <a:t>Nombre del expositor</a:t>
            </a:r>
          </a:p>
          <a:p>
            <a:r>
              <a:t>Contexto académico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Historia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 estudiante trabajaba en un proyecto académico en un computador compartido.</a:t>
            </a:r>
          </a:p>
          <a:p>
            <a:r>
              <a:t>Después de terminar su trabajo olvidó cerrar su sesión.</a:t>
            </a:r>
          </a:p>
          <a:p>
            <a:r>
              <a:t>Otro estudiante encontró la sesión abierta.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Continuación de la historia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segundo estudiante accedió al repositorio.</a:t>
            </a:r>
          </a:p>
          <a:p>
            <a:r>
              <a:t>Realizó cambios en el código.</a:t>
            </a:r>
          </a:p>
          <a:p>
            <a:r>
              <a:t>Las acciones quedaron registradas con la cuenta del primer estudiante.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Consecuencias del incidente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Manipulación de repositorios</a:t>
            </a:r>
          </a:p>
          <a:p>
            <a:r>
              <a:t>Pérdida de confianza</a:t>
            </a:r>
          </a:p>
          <a:p>
            <a:r>
              <a:t>Problemas de auditoría</a:t>
            </a:r>
          </a:p>
          <a:p>
            <a:r>
              <a:t>Incidentes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del incidente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Estudiante 1 deja sesión abierta</a:t>
            </a:r>
          </a:p>
          <a:p>
            <a:r>
              <a:t>Estudiante 2 usa la cuenta</a:t>
            </a:r>
          </a:p>
          <a:p>
            <a:r>
              <a:t>Se manipula el repositorio</a:t>
            </a:r>
          </a:p>
          <a:p>
            <a:r>
              <a:t>Responsabilidad atribuida al usuario original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Seguridad de la Información?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Protección de la información contra accesos no autorizados</a:t>
            </a:r>
          </a:p>
          <a:p>
            <a:r>
              <a:t>Evitar pérdida o manipulación de datos</a:t>
            </a:r>
          </a:p>
          <a:p>
            <a:r>
              <a:t>Garantizar confiabilidad y disponibilidad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de Seguridad (CIA)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Confidencialidad</a:t>
            </a:r>
          </a:p>
          <a:p>
            <a:r>
              <a:t>Integridad</a:t>
            </a:r>
          </a:p>
          <a:p>
            <a:r>
              <a:t>Disponibilidad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Confidencialidad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Solo personas autorizadas pueden acceder a la información</a:t>
            </a:r>
          </a:p>
          <a:p>
            <a:r>
              <a:t>Ejemplo: acceso restringido a repositorios Git</a:t>
            </a:r>
          </a:p>
          <a:p>
            <a:r>
              <a:t>Protección de contraseñas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información no debe ser alterada sin autorización</a:t>
            </a:r>
          </a:p>
          <a:p>
            <a:r>
              <a:t>Ejemplo: control de versiones en Git</a:t>
            </a:r>
          </a:p>
          <a:p>
            <a:r>
              <a:t>Registro de cambios en el sistema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Disponibilidad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información debe estar disponible cuando se necesite</a:t>
            </a:r>
          </a:p>
          <a:p>
            <a:r>
              <a:t>Servidores confiables</a:t>
            </a:r>
          </a:p>
          <a:p>
            <a:r>
              <a:t>Copias de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Amenazas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Sesiones abiertas</a:t>
            </a:r>
          </a:p>
          <a:p>
            <a:r>
              <a:t>Robo de credenciales</a:t>
            </a:r>
          </a:p>
          <a:p>
            <a:r>
              <a:t>Phishing</a:t>
            </a:r>
          </a:p>
          <a:p>
            <a:r>
              <a:t>Ingeniería social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ISO/IEC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Estándar internacional de seguridad de la información</a:t>
            </a:r>
          </a:p>
          <a:p>
            <a:r>
              <a:t>Usado por organizaciones en todo el mundo</a:t>
            </a:r>
          </a:p>
          <a:p>
            <a:r>
              <a:t>Define buenas prácticas de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 de Gestión de Seguridad (SGSI)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Conjunto de políticas y procesos</a:t>
            </a:r>
          </a:p>
          <a:p>
            <a:r>
              <a:t>Identifica riesgos</a:t>
            </a:r>
          </a:p>
          <a:p>
            <a:r>
              <a:t>Implementa controles de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PDCA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Plan: planificar controles</a:t>
            </a:r>
          </a:p>
          <a:p>
            <a:r>
              <a:t>Do: implementar</a:t>
            </a:r>
          </a:p>
          <a:p>
            <a:r>
              <a:t>Check: evaluar resultados</a:t>
            </a:r>
          </a:p>
          <a:p>
            <a:r>
              <a:t>Act: mejorar continuamente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Controles de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de accesos</a:t>
            </a:r>
          </a:p>
          <a:p>
            <a:r>
              <a:t>Autenticación segura</a:t>
            </a:r>
          </a:p>
          <a:p>
            <a:r>
              <a:t>Gestión de contraseñas</a:t>
            </a:r>
          </a:p>
          <a:p>
            <a:r>
              <a:t>Auditoría de actividades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en equipos de desarrollo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Protección de repositorios</a:t>
            </a:r>
          </a:p>
          <a:p>
            <a:r>
              <a:t>Autenticación multifactor</a:t>
            </a:r>
          </a:p>
          <a:p>
            <a:r>
              <a:t>Control de accesos en Git</a:t>
            </a:r>
          </a:p>
          <a:p>
            <a:r>
              <a:t>Logs de actividad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COBIT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 para gobierno de TI</a:t>
            </a:r>
          </a:p>
          <a:p>
            <a:r>
              <a:t>Ayuda a gestionar recursos tecnológicos</a:t>
            </a:r>
          </a:p>
          <a:p>
            <a:r>
              <a:t>Usado en grandes organizaciones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Gobierno de TI vs Gestión de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Gestión: administrar sistemas</a:t>
            </a:r>
          </a:p>
          <a:p>
            <a:r>
              <a:t>Gobierno: definir estrategias y supervisión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Principios de COBIT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Satisfacer necesidades de stakeholders</a:t>
            </a:r>
          </a:p>
          <a:p>
            <a:r>
              <a:t>Cubrir la empresa de extremo a extremo</a:t>
            </a:r>
          </a:p>
          <a:p>
            <a:r>
              <a:t>Marco integrado</a:t>
            </a:r>
          </a:p>
          <a:p>
            <a:r>
              <a:t>Enfoque holístico</a:t>
            </a:r>
          </a:p>
          <a:p>
            <a:r>
              <a:t>Separar gobierno y gestión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ISO 27001 y COBIT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 27001: seguridad de la información</a:t>
            </a:r>
          </a:p>
          <a:p>
            <a:r>
              <a:t>COBIT: gobierno de TI</a:t>
            </a:r>
          </a:p>
          <a:p>
            <a:r>
              <a:t>Ambos se complementan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reales de incidentes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Filtraciones de datos</a:t>
            </a:r>
          </a:p>
          <a:p>
            <a:r>
              <a:t>Accesos no autorizados</a:t>
            </a:r>
          </a:p>
          <a:p>
            <a:r>
              <a:t>Errores humanos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Activar autenticación multifactor</a:t>
            </a:r>
          </a:p>
          <a:p>
            <a:r>
              <a:t>Cambiar contraseñas regularmente</a:t>
            </a:r>
          </a:p>
          <a:p>
            <a:r>
              <a:t>Bloquear el computador al ausentarse</a:t>
            </a:r>
          </a:p>
          <a:p>
            <a:r>
              <a:t>Principio de mínimo privilegio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en desarrollo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Revisión de código</a:t>
            </a:r>
          </a:p>
          <a:p>
            <a:r>
              <a:t>Protección de credenciales</a:t>
            </a:r>
          </a:p>
          <a:p>
            <a:r>
              <a:t>Monitoreo de actividades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Actividad (Quiz)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¿Qué puede ocurrir si una sesión queda abierta?</a:t>
            </a:r>
          </a:p>
          <a:p>
            <a:r>
              <a:t>¿Qué principio evita modificaciones no autorizadas?</a:t>
            </a:r>
          </a:p>
          <a:p>
            <a:r>
              <a:t>¿Qué norma define el SGSI?</a:t>
            </a:r>
          </a:p>
          <a:p>
            <a:r>
              <a:t>¿Qué framework se enfoca en gobierno de TI?</a:t>
            </a:r>
          </a:p>
          <a:p>
            <a:r>
              <a:t>¿Qué práctica mejora la seguridad de cuentas?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seguridad depende de tecnología y comportamiento humano</a:t>
            </a:r>
          </a:p>
          <a:p>
            <a:r>
              <a:t>Pequeños descuidos generan grandes incidentes</a:t>
            </a:r>
          </a:p>
          <a:p>
            <a:r>
              <a:t>Los desarrolladores también deben proteger la información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501</Words>
  <Application>Microsoft Office PowerPoint</Application>
  <PresentationFormat>Presentación en pantalla (4:3)</PresentationFormat>
  <Paragraphs>111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Portada</vt:lpstr>
      <vt:lpstr>Historia inicial</vt:lpstr>
      <vt:lpstr>Continuación de la historia</vt:lpstr>
      <vt:lpstr>Consecuencias del incidente</vt:lpstr>
      <vt:lpstr>Flujo del incidente</vt:lpstr>
      <vt:lpstr>¿Qué es Seguridad de la Información?</vt:lpstr>
      <vt:lpstr>Principios de Seguridad (CIA)</vt:lpstr>
      <vt:lpstr>Confidencialidad</vt:lpstr>
      <vt:lpstr>Integridad</vt:lpstr>
      <vt:lpstr>Disponibilidad</vt:lpstr>
      <vt:lpstr>Amenazas comunes</vt:lpstr>
      <vt:lpstr>ISO/IEC 27001</vt:lpstr>
      <vt:lpstr>Sistema de Gestión de Seguridad (SGSI)</vt:lpstr>
      <vt:lpstr>Ciclo PDCA</vt:lpstr>
      <vt:lpstr>Controles de ISO 27001</vt:lpstr>
      <vt:lpstr>Seguridad en equipos de desarrollo</vt:lpstr>
      <vt:lpstr>Introducción a COBIT 5</vt:lpstr>
      <vt:lpstr>Gobierno de TI vs Gestión de TI</vt:lpstr>
      <vt:lpstr>Principios de COBIT 5</vt:lpstr>
      <vt:lpstr>Relación ISO 27001 y COBIT</vt:lpstr>
      <vt:lpstr>Casos reales de incidentes</vt:lpstr>
      <vt:lpstr>Buenas prácticas de seguridad</vt:lpstr>
      <vt:lpstr>Seguridad en desarrollo de software</vt:lpstr>
      <vt:lpstr>Actividad (Quiz)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Maicol</dc:creator>
  <cp:keywords/>
  <dc:description>generated using python-pptx</dc:description>
  <cp:lastModifiedBy>Maicol Sanchez Castañeda</cp:lastModifiedBy>
  <cp:revision>1</cp:revision>
  <dcterms:created xsi:type="dcterms:W3CDTF">2013-01-27T09:14:16Z</dcterms:created>
  <dcterms:modified xsi:type="dcterms:W3CDTF">2026-03-16T19:02:53Z</dcterms:modified>
  <cp:category/>
</cp:coreProperties>
</file>